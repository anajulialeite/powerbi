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4" r:id="rId2"/>
    <p:sldId id="276" r:id="rId3"/>
    <p:sldId id="275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D94"/>
    <a:srgbClr val="1A5978"/>
    <a:srgbClr val="0083DD"/>
    <a:srgbClr val="00C9B7"/>
    <a:srgbClr val="00A0E0"/>
    <a:srgbClr val="00B6D0"/>
    <a:srgbClr val="225F72"/>
    <a:srgbClr val="0D4269"/>
    <a:srgbClr val="144A69"/>
    <a:srgbClr val="185D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1E3D20-4CF2-4460-9D06-C7B25BCD74F5}" v="56" dt="2024-01-09T18:35:46.2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4660"/>
  </p:normalViewPr>
  <p:slideViewPr>
    <p:cSldViewPr snapToGrid="0">
      <p:cViewPr varScale="1">
        <p:scale>
          <a:sx n="67" d="100"/>
          <a:sy n="67" d="100"/>
        </p:scale>
        <p:origin x="80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81A8FB-774A-47D3-8D55-0C4EFC886012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B083C6-555F-4079-84EA-D75E0DADFA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55197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083C6-555F-4079-84EA-D75E0DADFA66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30161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083C6-555F-4079-84EA-D75E0DADFA66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9814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083C6-555F-4079-84EA-D75E0DADFA66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1697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9F2E4-983D-A107-5685-E597CB244F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88B2B2-0C0D-D995-271D-C8A625971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C55D0B-23D2-B23E-F761-A119203B7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55C7-9714-4CA9-A851-F7B3780BC7F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7A063B3-4C35-9286-ABC6-F8CA434E5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B9A6ADC-67EC-B94E-CB56-635DB9437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435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6EF7DB-3AE5-1280-0DB3-0EAD927E5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4F28F26-8A83-CAF8-89DA-B38A9B20D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B8AA79-7CA2-8A10-E46D-17D88DF874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55C7-9714-4CA9-A851-F7B3780BC7F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D38C75-23F7-BF9B-D370-C8FA5F0A1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EA1B79-0B02-E27E-4707-15078AF7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1712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0ECED8-718C-D062-C194-A647DC1AB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D760DC6-5047-EB9E-6D22-4A3FEA029A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44C5E9-5FE2-E7DB-C12C-FBD2DF254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55C7-9714-4CA9-A851-F7B3780BC7F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9BDCD0-43A7-91FE-5804-6D964A022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4E9866-055A-2C40-8AA4-13299C86D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8432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56432-2E29-ECB8-A418-DE0FDF504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A7A50C-3298-F05F-0450-2AB7828079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2116693-20A6-1FAE-ED7B-C3A6222B8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1A7945B-2429-5BAA-0BDF-BCBF5A066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55C7-9714-4CA9-A851-F7B3780BC7F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47160D2-E68C-B1CF-9393-51A56C4F2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52428C-8BA1-E382-5ED2-19BF42D7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8558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292635-B3EF-F2AB-2A15-23835D2C9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1E07A11-3FDB-64CB-8676-4441B2CBEB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E2E8595-7D95-0FDB-22F0-6679E9897D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5EB289B-0862-EEE0-5E5B-A98E32783F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A1681F6-F1E1-DC44-2410-9965D7AC93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314D33F-2046-DDC8-1943-0DA3D74D5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55C7-9714-4CA9-A851-F7B3780BC7F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65C891A-218C-3443-65C6-2230CFC19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1774E5B-8280-3DD0-0D17-B3E53E21F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2929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37FE0E-07A6-DB49-4A4A-030C2255A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E0C75EA5-23C6-C24B-FDFE-D7F8BFD37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55C7-9714-4CA9-A851-F7B3780BC7F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D3DF32-3243-7735-ED78-B1AA8DC75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B4EEF9-655D-784D-156E-09060C06FD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5603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DAC6E45-C0CD-5639-D7C1-CBD7C2A8E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55C7-9714-4CA9-A851-F7B3780BC7F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3EB51C2-ED28-CF59-2876-78612F74D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D9A2ED2-C029-9008-1607-EF166AA2A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6982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7D0087-897E-778F-5DD0-E1B8F6536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2DC7DA-E8A7-5C68-A20B-2F1FFFF20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74DDE3-4FEE-C376-0B61-5EC675E58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5D3881-554D-25A3-AA00-3F19236D1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55C7-9714-4CA9-A851-F7B3780BC7F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F37D4E-1C57-C4E4-06DA-9E42D1407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343B45-1DC8-F2A7-0306-7A19C67A9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0094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21D8D-F367-FEAF-5C90-2BAA03F12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2DFAB41-39B3-7B85-B284-E3644AAE5A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EACBAA0-D507-F027-C4B1-616573AB93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064AC4D-419D-A181-AE7F-39026E165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55C7-9714-4CA9-A851-F7B3780BC7F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FF740C-A8CA-E6A4-AF9C-F1ECE0F81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69A7BA9-61F1-FD8A-E38F-ECCC8769F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7708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99B727-F6CC-EF76-2B66-6992E7CF8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1372D5F-BE36-7F8A-3296-EDF7D5AFC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625A129-6D26-2CC4-2765-17C34D6F0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55C7-9714-4CA9-A851-F7B3780BC7F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9578D9C-055A-0A34-31D7-318282C8B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6D6DFE-6C0D-61AC-506D-D2E57353B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31446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5905D57-A963-AC6E-65FF-0687DA5D59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1DBC54-64BE-55BB-0C70-46E7AA184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5C665CF-4A1C-82C0-825B-A4DD594C9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555C7-9714-4CA9-A851-F7B3780BC7F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27F566-F351-3CE8-FC31-381130076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9F3A770-F297-3586-2FA9-9A72957AE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9389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80FF2E8-C03B-9B2D-5701-C2545F688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1183167-08F2-3A3C-1B67-84256EAFC7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460527B-FE87-68AE-9830-7F81BE3A6E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0555C7-9714-4CA9-A851-F7B3780BC7F4}" type="datetimeFigureOut">
              <a:rPr lang="pt-BR" smtClean="0"/>
              <a:t>21/05/2025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5AC4D9-C177-6F0C-5A13-21D4014BC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6ACB6C-AD6F-95F5-C15D-418383529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4DB9EC-C5F2-4A63-818C-547BBF89792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1832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37" descr="Carro esportivo preto">
            <a:extLst>
              <a:ext uri="{FF2B5EF4-FFF2-40B4-BE49-F238E27FC236}">
                <a16:creationId xmlns:a16="http://schemas.microsoft.com/office/drawing/2014/main" id="{0326BE3B-AD29-DA2B-92E6-23DD5411D2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7004" y="-41205"/>
            <a:ext cx="12299004" cy="6918190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8765F8C-E50D-471C-A84F-13A1BD536E35}"/>
              </a:ext>
            </a:extLst>
          </p:cNvPr>
          <p:cNvSpPr txBox="1"/>
          <p:nvPr/>
        </p:nvSpPr>
        <p:spPr>
          <a:xfrm>
            <a:off x="2793708" y="231637"/>
            <a:ext cx="6207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u="sng" dirty="0">
                <a:solidFill>
                  <a:prstClr val="white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Sales performance Dashboard </a:t>
            </a:r>
            <a:r>
              <a:rPr lang="pt-BR" sz="2000" dirty="0">
                <a:solidFill>
                  <a:prstClr val="white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| Ana Júlia Leite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76ABEDA-F41C-4299-92B2-4A8068B27DBE}"/>
              </a:ext>
            </a:extLst>
          </p:cNvPr>
          <p:cNvCxnSpPr>
            <a:cxnSpLocks/>
          </p:cNvCxnSpPr>
          <p:nvPr/>
        </p:nvCxnSpPr>
        <p:spPr>
          <a:xfrm>
            <a:off x="-19250" y="780100"/>
            <a:ext cx="12320337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tângulo: Cantos Arredondados 39">
            <a:extLst>
              <a:ext uri="{FF2B5EF4-FFF2-40B4-BE49-F238E27FC236}">
                <a16:creationId xmlns:a16="http://schemas.microsoft.com/office/drawing/2014/main" id="{CB20469B-157C-33B9-7CBC-78B39AD77EEE}"/>
              </a:ext>
            </a:extLst>
          </p:cNvPr>
          <p:cNvSpPr/>
          <p:nvPr/>
        </p:nvSpPr>
        <p:spPr>
          <a:xfrm>
            <a:off x="320200" y="1755306"/>
            <a:ext cx="1819886" cy="631182"/>
          </a:xfrm>
          <a:prstGeom prst="roundRect">
            <a:avLst>
              <a:gd name="adj" fmla="val 3754"/>
            </a:avLst>
          </a:prstGeom>
          <a:solidFill>
            <a:srgbClr val="1A5978"/>
          </a:soli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Vendas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Retângulo: Cantos Arredondados 43">
            <a:extLst>
              <a:ext uri="{FF2B5EF4-FFF2-40B4-BE49-F238E27FC236}">
                <a16:creationId xmlns:a16="http://schemas.microsoft.com/office/drawing/2014/main" id="{AFFEF3AF-D97D-F5BE-54E6-9DE259A2C715}"/>
              </a:ext>
            </a:extLst>
          </p:cNvPr>
          <p:cNvSpPr/>
          <p:nvPr/>
        </p:nvSpPr>
        <p:spPr>
          <a:xfrm>
            <a:off x="320200" y="2534840"/>
            <a:ext cx="1819886" cy="631182"/>
          </a:xfrm>
          <a:prstGeom prst="roundRect">
            <a:avLst>
              <a:gd name="adj" fmla="val 3754"/>
            </a:avLst>
          </a:prstGeom>
          <a:solidFill>
            <a:srgbClr val="1A5978"/>
          </a:soli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Lucro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5" name="Imagem 44" descr="Ícone&#10;&#10;Descrição gerada automaticamente">
            <a:extLst>
              <a:ext uri="{FF2B5EF4-FFF2-40B4-BE49-F238E27FC236}">
                <a16:creationId xmlns:a16="http://schemas.microsoft.com/office/drawing/2014/main" id="{F83DB175-5EF7-0E84-7964-06F8E518CE4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43" y="2573172"/>
            <a:ext cx="554517" cy="554517"/>
          </a:xfrm>
          <a:prstGeom prst="rect">
            <a:avLst/>
          </a:prstGeom>
        </p:spPr>
      </p:pic>
      <p:pic>
        <p:nvPicPr>
          <p:cNvPr id="48" name="Imagem 47" descr="Ícone&#10;&#10;Descrição gerada automaticamente">
            <a:extLst>
              <a:ext uri="{FF2B5EF4-FFF2-40B4-BE49-F238E27FC236}">
                <a16:creationId xmlns:a16="http://schemas.microsoft.com/office/drawing/2014/main" id="{427D7373-E37A-9AD7-F8C5-3C7EC1F7A3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10" y="1751224"/>
            <a:ext cx="631182" cy="631182"/>
          </a:xfrm>
          <a:prstGeom prst="rect">
            <a:avLst/>
          </a:prstGeom>
        </p:spPr>
      </p:pic>
      <p:sp>
        <p:nvSpPr>
          <p:cNvPr id="50" name="Retângulo: Cantos Arredondados 49">
            <a:extLst>
              <a:ext uri="{FF2B5EF4-FFF2-40B4-BE49-F238E27FC236}">
                <a16:creationId xmlns:a16="http://schemas.microsoft.com/office/drawing/2014/main" id="{B0CC27E6-C5C6-7382-C921-B520C59B088F}"/>
              </a:ext>
            </a:extLst>
          </p:cNvPr>
          <p:cNvSpPr/>
          <p:nvPr/>
        </p:nvSpPr>
        <p:spPr>
          <a:xfrm>
            <a:off x="320200" y="948031"/>
            <a:ext cx="1819886" cy="631182"/>
          </a:xfrm>
          <a:prstGeom prst="roundRect">
            <a:avLst>
              <a:gd name="adj" fmla="val 3754"/>
            </a:avLst>
          </a:prstGeom>
          <a:solidFill>
            <a:srgbClr val="1A5978"/>
          </a:soli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egoe UI Semibold" panose="020B0702040204020203" pitchFamily="34" charset="0"/>
                <a:ea typeface="+mn-ea"/>
                <a:cs typeface="Segoe UI Semibold" panose="020B0702040204020203" pitchFamily="34" charset="0"/>
              </a:rPr>
              <a:t>Home</a:t>
            </a: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4" name="Imagem 53" descr="Ícone&#10;&#10;Descrição gerada automaticamente">
            <a:extLst>
              <a:ext uri="{FF2B5EF4-FFF2-40B4-BE49-F238E27FC236}">
                <a16:creationId xmlns:a16="http://schemas.microsoft.com/office/drawing/2014/main" id="{806ED7B5-27E0-9513-02C6-2FB2DC65A9E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410" y="948031"/>
            <a:ext cx="631182" cy="63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923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2599B156-2B7D-4369-8BD2-2E9CD4255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458" y="0"/>
            <a:ext cx="12204916" cy="6858000"/>
          </a:xfrm>
          <a:prstGeom prst="rect">
            <a:avLst/>
          </a:prstGeom>
        </p:spPr>
      </p:pic>
      <p:sp>
        <p:nvSpPr>
          <p:cNvPr id="30" name="Retângulo 29">
            <a:extLst>
              <a:ext uri="{FF2B5EF4-FFF2-40B4-BE49-F238E27FC236}">
                <a16:creationId xmlns:a16="http://schemas.microsoft.com/office/drawing/2014/main" id="{FE03E4A4-9B19-4525-BC38-6823E45EFB55}"/>
              </a:ext>
            </a:extLst>
          </p:cNvPr>
          <p:cNvSpPr/>
          <p:nvPr/>
        </p:nvSpPr>
        <p:spPr>
          <a:xfrm>
            <a:off x="0" y="2939089"/>
            <a:ext cx="12192000" cy="3918908"/>
          </a:xfrm>
          <a:prstGeom prst="rect">
            <a:avLst/>
          </a:prstGeom>
          <a:solidFill>
            <a:srgbClr val="FBFB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66A6C0A-4211-45D4-9911-F7C7AC8FDBFE}"/>
              </a:ext>
            </a:extLst>
          </p:cNvPr>
          <p:cNvSpPr/>
          <p:nvPr/>
        </p:nvSpPr>
        <p:spPr>
          <a:xfrm>
            <a:off x="710026" y="-16405"/>
            <a:ext cx="11481974" cy="2939089"/>
          </a:xfrm>
          <a:prstGeom prst="rect">
            <a:avLst/>
          </a:prstGeom>
          <a:gradFill flip="none" rotWithShape="1">
            <a:gsLst>
              <a:gs pos="81000">
                <a:srgbClr val="19386E">
                  <a:shade val="30000"/>
                  <a:satMod val="115000"/>
                </a:srgbClr>
              </a:gs>
              <a:gs pos="100000">
                <a:srgbClr val="19386E">
                  <a:shade val="100000"/>
                  <a:satMod val="115000"/>
                </a:srgbClr>
              </a:gs>
            </a:gsLst>
            <a:lin ang="16200000" scaled="1"/>
            <a:tileRect/>
          </a:gra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Retângulo: Cantos Superiores Arredondados 3">
            <a:extLst>
              <a:ext uri="{FF2B5EF4-FFF2-40B4-BE49-F238E27FC236}">
                <a16:creationId xmlns:a16="http://schemas.microsoft.com/office/drawing/2014/main" id="{2FC51A79-7FF7-4599-8D9E-CF41D1FCF210}"/>
              </a:ext>
            </a:extLst>
          </p:cNvPr>
          <p:cNvSpPr/>
          <p:nvPr/>
        </p:nvSpPr>
        <p:spPr>
          <a:xfrm rot="10800000">
            <a:off x="4909778" y="906027"/>
            <a:ext cx="7230583" cy="2829566"/>
          </a:xfrm>
          <a:prstGeom prst="round2SameRect">
            <a:avLst>
              <a:gd name="adj1" fmla="val 3822"/>
              <a:gd name="adj2" fmla="val 0"/>
            </a:avLst>
          </a:prstGeom>
          <a:solidFill>
            <a:srgbClr val="FCFCFC"/>
          </a:soli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8765F8C-E50D-471C-A84F-13A1BD536E35}"/>
              </a:ext>
            </a:extLst>
          </p:cNvPr>
          <p:cNvSpPr txBox="1"/>
          <p:nvPr/>
        </p:nvSpPr>
        <p:spPr>
          <a:xfrm>
            <a:off x="5916940" y="128754"/>
            <a:ext cx="620791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dirty="0">
                <a:solidFill>
                  <a:prstClr val="white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Relatório Analítico de Vendas | Ana Júlia Leite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76ABEDA-F41C-4299-92B2-4A8068B27DBE}"/>
              </a:ext>
            </a:extLst>
          </p:cNvPr>
          <p:cNvCxnSpPr>
            <a:cxnSpLocks/>
          </p:cNvCxnSpPr>
          <p:nvPr/>
        </p:nvCxnSpPr>
        <p:spPr>
          <a:xfrm>
            <a:off x="-19250" y="780100"/>
            <a:ext cx="12320337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tângulo: Cantos Arredondados 46">
            <a:extLst>
              <a:ext uri="{FF2B5EF4-FFF2-40B4-BE49-F238E27FC236}">
                <a16:creationId xmlns:a16="http://schemas.microsoft.com/office/drawing/2014/main" id="{46E95767-9A95-4CA4-8F58-6FD8A8712050}"/>
              </a:ext>
            </a:extLst>
          </p:cNvPr>
          <p:cNvSpPr/>
          <p:nvPr/>
        </p:nvSpPr>
        <p:spPr>
          <a:xfrm rot="10800000">
            <a:off x="790516" y="852541"/>
            <a:ext cx="2018572" cy="1059264"/>
          </a:xfrm>
          <a:prstGeom prst="roundRect">
            <a:avLst>
              <a:gd name="adj" fmla="val 2526"/>
            </a:avLst>
          </a:prstGeom>
          <a:solidFill>
            <a:srgbClr val="1A5978"/>
          </a:soli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Retângulo: Cantos Superiores Arredondados 1">
            <a:extLst>
              <a:ext uri="{FF2B5EF4-FFF2-40B4-BE49-F238E27FC236}">
                <a16:creationId xmlns:a16="http://schemas.microsoft.com/office/drawing/2014/main" id="{622D4DCF-1ED6-3636-ADE8-C0F6FE030D1D}"/>
              </a:ext>
            </a:extLst>
          </p:cNvPr>
          <p:cNvSpPr/>
          <p:nvPr/>
        </p:nvSpPr>
        <p:spPr>
          <a:xfrm rot="10800000">
            <a:off x="4927846" y="3847868"/>
            <a:ext cx="7197012" cy="2910303"/>
          </a:xfrm>
          <a:prstGeom prst="round2SameRect">
            <a:avLst>
              <a:gd name="adj1" fmla="val 3822"/>
              <a:gd name="adj2" fmla="val 0"/>
            </a:avLst>
          </a:prstGeom>
          <a:solidFill>
            <a:srgbClr val="FCFCFC"/>
          </a:soli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" name="Agrupar 23">
            <a:extLst>
              <a:ext uri="{FF2B5EF4-FFF2-40B4-BE49-F238E27FC236}">
                <a16:creationId xmlns:a16="http://schemas.microsoft.com/office/drawing/2014/main" id="{F4B1D779-F9A5-053F-3383-65DFD63E2556}"/>
              </a:ext>
            </a:extLst>
          </p:cNvPr>
          <p:cNvGrpSpPr/>
          <p:nvPr/>
        </p:nvGrpSpPr>
        <p:grpSpPr>
          <a:xfrm>
            <a:off x="4909778" y="886897"/>
            <a:ext cx="7272411" cy="282971"/>
            <a:chOff x="214233" y="1076491"/>
            <a:chExt cx="4439746" cy="203670"/>
          </a:xfrm>
          <a:solidFill>
            <a:srgbClr val="007D94"/>
          </a:solidFill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25" name="Retângulo: Cantos Arredondados 24">
              <a:extLst>
                <a:ext uri="{FF2B5EF4-FFF2-40B4-BE49-F238E27FC236}">
                  <a16:creationId xmlns:a16="http://schemas.microsoft.com/office/drawing/2014/main" id="{8508026C-1433-847A-188A-0E6FB2F9E22A}"/>
                </a:ext>
              </a:extLst>
            </p:cNvPr>
            <p:cNvSpPr/>
            <p:nvPr/>
          </p:nvSpPr>
          <p:spPr>
            <a:xfrm>
              <a:off x="214234" y="1189251"/>
              <a:ext cx="4439745" cy="90909"/>
            </a:xfrm>
            <a:prstGeom prst="roundRect">
              <a:avLst>
                <a:gd name="adj" fmla="val 0"/>
              </a:avLst>
            </a:prstGeom>
            <a:grpFill/>
            <a:ln>
              <a:solidFill>
                <a:srgbClr val="00B6D0"/>
              </a:solidFill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423E7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Retângulo: Cantos Arredondados 25">
              <a:extLst>
                <a:ext uri="{FF2B5EF4-FFF2-40B4-BE49-F238E27FC236}">
                  <a16:creationId xmlns:a16="http://schemas.microsoft.com/office/drawing/2014/main" id="{1531FC68-1CDD-C505-1D6C-36755D5BE59B}"/>
                </a:ext>
              </a:extLst>
            </p:cNvPr>
            <p:cNvSpPr/>
            <p:nvPr/>
          </p:nvSpPr>
          <p:spPr>
            <a:xfrm>
              <a:off x="214233" y="1076491"/>
              <a:ext cx="4439746" cy="203670"/>
            </a:xfrm>
            <a:prstGeom prst="roundRect">
              <a:avLst>
                <a:gd name="adj" fmla="val 34876"/>
              </a:avLst>
            </a:prstGeom>
            <a:grpFill/>
            <a:ln>
              <a:solidFill>
                <a:srgbClr val="00B6D0"/>
              </a:solidFill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423E7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4B7D62B-E124-60C3-0745-95500CAE1B43}"/>
              </a:ext>
            </a:extLst>
          </p:cNvPr>
          <p:cNvSpPr/>
          <p:nvPr/>
        </p:nvSpPr>
        <p:spPr>
          <a:xfrm rot="10800000">
            <a:off x="781287" y="2024082"/>
            <a:ext cx="4024842" cy="1678701"/>
          </a:xfrm>
          <a:prstGeom prst="roundRect">
            <a:avLst>
              <a:gd name="adj" fmla="val 3754"/>
            </a:avLst>
          </a:prstGeom>
          <a:solidFill>
            <a:srgbClr val="1A5978"/>
          </a:soli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519961AC-A608-D159-608F-7826E5188F5A}"/>
              </a:ext>
            </a:extLst>
          </p:cNvPr>
          <p:cNvSpPr/>
          <p:nvPr/>
        </p:nvSpPr>
        <p:spPr>
          <a:xfrm>
            <a:off x="775507" y="56638"/>
            <a:ext cx="1690228" cy="642147"/>
          </a:xfrm>
          <a:prstGeom prst="roundRect">
            <a:avLst/>
          </a:prstGeom>
          <a:solidFill>
            <a:srgbClr val="1A5978"/>
          </a:solidFill>
          <a:ln>
            <a:solidFill>
              <a:srgbClr val="00C9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8" name="Retângulo: Cantos Arredondados 67">
            <a:extLst>
              <a:ext uri="{FF2B5EF4-FFF2-40B4-BE49-F238E27FC236}">
                <a16:creationId xmlns:a16="http://schemas.microsoft.com/office/drawing/2014/main" id="{BD4E044F-F13E-F8BF-8B8B-A7A1C0864612}"/>
              </a:ext>
            </a:extLst>
          </p:cNvPr>
          <p:cNvSpPr/>
          <p:nvPr/>
        </p:nvSpPr>
        <p:spPr>
          <a:xfrm>
            <a:off x="2521740" y="56638"/>
            <a:ext cx="1690228" cy="642147"/>
          </a:xfrm>
          <a:prstGeom prst="roundRect">
            <a:avLst/>
          </a:prstGeom>
          <a:solidFill>
            <a:srgbClr val="1A5978"/>
          </a:solidFill>
          <a:ln>
            <a:solidFill>
              <a:srgbClr val="00C9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9" name="Retângulo: Cantos Arredondados 68">
            <a:extLst>
              <a:ext uri="{FF2B5EF4-FFF2-40B4-BE49-F238E27FC236}">
                <a16:creationId xmlns:a16="http://schemas.microsoft.com/office/drawing/2014/main" id="{A9C95535-2D47-3788-05F2-CDF179499B1F}"/>
              </a:ext>
            </a:extLst>
          </p:cNvPr>
          <p:cNvSpPr/>
          <p:nvPr/>
        </p:nvSpPr>
        <p:spPr>
          <a:xfrm>
            <a:off x="4283275" y="50394"/>
            <a:ext cx="1690228" cy="642147"/>
          </a:xfrm>
          <a:prstGeom prst="roundRect">
            <a:avLst/>
          </a:prstGeom>
          <a:solidFill>
            <a:srgbClr val="1A5978"/>
          </a:solidFill>
          <a:ln>
            <a:solidFill>
              <a:srgbClr val="00C9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CF8BDFF-9802-34BF-A28F-B37BDF2C393B}"/>
              </a:ext>
            </a:extLst>
          </p:cNvPr>
          <p:cNvSpPr/>
          <p:nvPr/>
        </p:nvSpPr>
        <p:spPr>
          <a:xfrm>
            <a:off x="-20766" y="-32810"/>
            <a:ext cx="738443" cy="6780495"/>
          </a:xfrm>
          <a:prstGeom prst="rect">
            <a:avLst/>
          </a:prstGeom>
          <a:gradFill flip="none" rotWithShape="1">
            <a:gsLst>
              <a:gs pos="81000">
                <a:srgbClr val="19386E">
                  <a:shade val="30000"/>
                  <a:satMod val="115000"/>
                </a:srgbClr>
              </a:gs>
              <a:gs pos="100000">
                <a:srgbClr val="19386E">
                  <a:shade val="100000"/>
                  <a:satMod val="115000"/>
                </a:srgbClr>
              </a:gs>
            </a:gsLst>
            <a:lin ang="16200000" scaled="1"/>
            <a:tileRect/>
          </a:gra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tângulo: Cantos Superiores Arredondados 7">
            <a:extLst>
              <a:ext uri="{FF2B5EF4-FFF2-40B4-BE49-F238E27FC236}">
                <a16:creationId xmlns:a16="http://schemas.microsoft.com/office/drawing/2014/main" id="{4A680921-0CB8-B386-E263-C9F37E66F139}"/>
              </a:ext>
            </a:extLst>
          </p:cNvPr>
          <p:cNvSpPr/>
          <p:nvPr/>
        </p:nvSpPr>
        <p:spPr>
          <a:xfrm rot="10800000">
            <a:off x="781293" y="3847870"/>
            <a:ext cx="4082938" cy="2920920"/>
          </a:xfrm>
          <a:prstGeom prst="round2SameRect">
            <a:avLst>
              <a:gd name="adj1" fmla="val 3822"/>
              <a:gd name="adj2" fmla="val 0"/>
            </a:avLst>
          </a:prstGeom>
          <a:solidFill>
            <a:srgbClr val="FCFCFC"/>
          </a:soli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0" name="Agrupar 9">
            <a:extLst>
              <a:ext uri="{FF2B5EF4-FFF2-40B4-BE49-F238E27FC236}">
                <a16:creationId xmlns:a16="http://schemas.microsoft.com/office/drawing/2014/main" id="{15DADB98-0B19-179D-762E-85B7E85052C2}"/>
              </a:ext>
            </a:extLst>
          </p:cNvPr>
          <p:cNvGrpSpPr/>
          <p:nvPr/>
        </p:nvGrpSpPr>
        <p:grpSpPr>
          <a:xfrm>
            <a:off x="4927846" y="3818180"/>
            <a:ext cx="7230583" cy="277457"/>
            <a:chOff x="214233" y="1076491"/>
            <a:chExt cx="4439746" cy="203670"/>
          </a:xfrm>
          <a:solidFill>
            <a:srgbClr val="007D94"/>
          </a:solidFill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id="{75F1F11F-9E40-A062-5BFD-6BC0B8F942C4}"/>
                </a:ext>
              </a:extLst>
            </p:cNvPr>
            <p:cNvSpPr/>
            <p:nvPr/>
          </p:nvSpPr>
          <p:spPr>
            <a:xfrm>
              <a:off x="214234" y="1189251"/>
              <a:ext cx="4439745" cy="90909"/>
            </a:xfrm>
            <a:prstGeom prst="roundRect">
              <a:avLst>
                <a:gd name="adj" fmla="val 0"/>
              </a:avLst>
            </a:prstGeom>
            <a:grpFill/>
            <a:ln>
              <a:solidFill>
                <a:srgbClr val="00B6D0"/>
              </a:solidFill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423E7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D6D33BA5-E445-54C8-3E62-D376205A3B99}"/>
                </a:ext>
              </a:extLst>
            </p:cNvPr>
            <p:cNvSpPr/>
            <p:nvPr/>
          </p:nvSpPr>
          <p:spPr>
            <a:xfrm>
              <a:off x="214233" y="1076491"/>
              <a:ext cx="4439746" cy="203670"/>
            </a:xfrm>
            <a:prstGeom prst="roundRect">
              <a:avLst>
                <a:gd name="adj" fmla="val 34876"/>
              </a:avLst>
            </a:prstGeom>
            <a:grpFill/>
            <a:ln>
              <a:solidFill>
                <a:srgbClr val="00B6D0"/>
              </a:solidFill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423E7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6587A47B-4736-1BA3-473E-0B7274B86264}"/>
              </a:ext>
            </a:extLst>
          </p:cNvPr>
          <p:cNvGrpSpPr/>
          <p:nvPr/>
        </p:nvGrpSpPr>
        <p:grpSpPr>
          <a:xfrm>
            <a:off x="781289" y="3843025"/>
            <a:ext cx="4084027" cy="252613"/>
            <a:chOff x="214233" y="1076491"/>
            <a:chExt cx="4439746" cy="203670"/>
          </a:xfrm>
          <a:solidFill>
            <a:srgbClr val="007D94"/>
          </a:solidFill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19" name="Retângulo: Cantos Arredondados 18">
              <a:extLst>
                <a:ext uri="{FF2B5EF4-FFF2-40B4-BE49-F238E27FC236}">
                  <a16:creationId xmlns:a16="http://schemas.microsoft.com/office/drawing/2014/main" id="{9BEFCF14-8371-4088-A8EE-4BC087DBE44C}"/>
                </a:ext>
              </a:extLst>
            </p:cNvPr>
            <p:cNvSpPr/>
            <p:nvPr/>
          </p:nvSpPr>
          <p:spPr>
            <a:xfrm>
              <a:off x="214234" y="1189251"/>
              <a:ext cx="4439745" cy="90909"/>
            </a:xfrm>
            <a:prstGeom prst="roundRect">
              <a:avLst>
                <a:gd name="adj" fmla="val 0"/>
              </a:avLst>
            </a:prstGeom>
            <a:grpFill/>
            <a:ln>
              <a:solidFill>
                <a:srgbClr val="00B6D0"/>
              </a:solidFill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423E7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tângulo: Cantos Arredondados 19">
              <a:extLst>
                <a:ext uri="{FF2B5EF4-FFF2-40B4-BE49-F238E27FC236}">
                  <a16:creationId xmlns:a16="http://schemas.microsoft.com/office/drawing/2014/main" id="{B35E4BC9-4017-0146-BAC3-A6178FBF603A}"/>
                </a:ext>
              </a:extLst>
            </p:cNvPr>
            <p:cNvSpPr/>
            <p:nvPr/>
          </p:nvSpPr>
          <p:spPr>
            <a:xfrm>
              <a:off x="214233" y="1076491"/>
              <a:ext cx="4439746" cy="203670"/>
            </a:xfrm>
            <a:prstGeom prst="roundRect">
              <a:avLst>
                <a:gd name="adj" fmla="val 34876"/>
              </a:avLst>
            </a:prstGeom>
            <a:grpFill/>
            <a:ln>
              <a:solidFill>
                <a:srgbClr val="00B6D0"/>
              </a:solidFill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423E7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4" name="Retângulo: Cantos Arredondados 33">
            <a:extLst>
              <a:ext uri="{FF2B5EF4-FFF2-40B4-BE49-F238E27FC236}">
                <a16:creationId xmlns:a16="http://schemas.microsoft.com/office/drawing/2014/main" id="{C4AB2746-3C9B-C3E4-C952-857845C29A21}"/>
              </a:ext>
            </a:extLst>
          </p:cNvPr>
          <p:cNvSpPr/>
          <p:nvPr/>
        </p:nvSpPr>
        <p:spPr>
          <a:xfrm rot="10800000">
            <a:off x="2891153" y="861416"/>
            <a:ext cx="1914977" cy="1059264"/>
          </a:xfrm>
          <a:prstGeom prst="roundRect">
            <a:avLst>
              <a:gd name="adj" fmla="val 2526"/>
            </a:avLst>
          </a:prstGeom>
          <a:solidFill>
            <a:srgbClr val="1A5978"/>
          </a:soli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2" name="Imagem 21" descr="Ícone&#10;&#10;Descrição gerada automaticamente">
            <a:extLst>
              <a:ext uri="{FF2B5EF4-FFF2-40B4-BE49-F238E27FC236}">
                <a16:creationId xmlns:a16="http://schemas.microsoft.com/office/drawing/2014/main" id="{3C76FA2E-A6FE-FED0-AEFE-7C1807E589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7" y="-93967"/>
            <a:ext cx="698957" cy="956235"/>
          </a:xfrm>
          <a:prstGeom prst="rect">
            <a:avLst/>
          </a:prstGeom>
        </p:spPr>
      </p:pic>
      <p:pic>
        <p:nvPicPr>
          <p:cNvPr id="23" name="Imagem 22" descr="Ícone&#10;&#10;Descrição gerada automaticamente">
            <a:extLst>
              <a:ext uri="{FF2B5EF4-FFF2-40B4-BE49-F238E27FC236}">
                <a16:creationId xmlns:a16="http://schemas.microsoft.com/office/drawing/2014/main" id="{6D51DB26-228E-13CF-5AF3-0537912112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53" y="1421620"/>
            <a:ext cx="513411" cy="547554"/>
          </a:xfrm>
          <a:prstGeom prst="rect">
            <a:avLst/>
          </a:prstGeom>
        </p:spPr>
      </p:pic>
      <p:pic>
        <p:nvPicPr>
          <p:cNvPr id="27" name="Imagem 26" descr="Ícone&#10;&#10;Descrição gerada automaticamente">
            <a:extLst>
              <a:ext uri="{FF2B5EF4-FFF2-40B4-BE49-F238E27FC236}">
                <a16:creationId xmlns:a16="http://schemas.microsoft.com/office/drawing/2014/main" id="{C3D84440-7A75-E7F4-F011-96FE4C2E9D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79" y="2192806"/>
            <a:ext cx="513411" cy="583684"/>
          </a:xfrm>
          <a:prstGeom prst="rect">
            <a:avLst/>
          </a:prstGeom>
        </p:spPr>
      </p:pic>
      <p:pic>
        <p:nvPicPr>
          <p:cNvPr id="29" name="Imagem 28" descr="Ícone&#10;&#10;Descrição gerada automaticamente">
            <a:extLst>
              <a:ext uri="{FF2B5EF4-FFF2-40B4-BE49-F238E27FC236}">
                <a16:creationId xmlns:a16="http://schemas.microsoft.com/office/drawing/2014/main" id="{B4AF7CB2-D053-A192-96CC-F11217CF65A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99" y="3052016"/>
            <a:ext cx="495392" cy="49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988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tângulo 17">
            <a:extLst>
              <a:ext uri="{FF2B5EF4-FFF2-40B4-BE49-F238E27FC236}">
                <a16:creationId xmlns:a16="http://schemas.microsoft.com/office/drawing/2014/main" id="{C66A6C0A-4211-45D4-9911-F7C7AC8FDBFE}"/>
              </a:ext>
            </a:extLst>
          </p:cNvPr>
          <p:cNvSpPr/>
          <p:nvPr/>
        </p:nvSpPr>
        <p:spPr>
          <a:xfrm>
            <a:off x="48112" y="0"/>
            <a:ext cx="12143888" cy="3516198"/>
          </a:xfrm>
          <a:prstGeom prst="rect">
            <a:avLst/>
          </a:prstGeom>
          <a:gradFill flip="none" rotWithShape="1">
            <a:gsLst>
              <a:gs pos="81000">
                <a:srgbClr val="19386E">
                  <a:shade val="30000"/>
                  <a:satMod val="115000"/>
                </a:srgbClr>
              </a:gs>
              <a:gs pos="100000">
                <a:srgbClr val="19386E">
                  <a:shade val="100000"/>
                  <a:satMod val="115000"/>
                </a:srgbClr>
              </a:gs>
            </a:gsLst>
            <a:lin ang="16200000" scaled="1"/>
            <a:tileRect/>
          </a:gra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76ABEDA-F41C-4299-92B2-4A8068B27DBE}"/>
              </a:ext>
            </a:extLst>
          </p:cNvPr>
          <p:cNvCxnSpPr>
            <a:cxnSpLocks/>
          </p:cNvCxnSpPr>
          <p:nvPr/>
        </p:nvCxnSpPr>
        <p:spPr>
          <a:xfrm>
            <a:off x="-19250" y="780100"/>
            <a:ext cx="12320337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tângulo: Cantos Superiores Arredondados 9">
            <a:extLst>
              <a:ext uri="{FF2B5EF4-FFF2-40B4-BE49-F238E27FC236}">
                <a16:creationId xmlns:a16="http://schemas.microsoft.com/office/drawing/2014/main" id="{9DC02699-50EA-ABF2-FE8D-4558389F823D}"/>
              </a:ext>
            </a:extLst>
          </p:cNvPr>
          <p:cNvSpPr/>
          <p:nvPr/>
        </p:nvSpPr>
        <p:spPr>
          <a:xfrm rot="10800000">
            <a:off x="4883085" y="938833"/>
            <a:ext cx="7198352" cy="2423731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FCFCFC"/>
          </a:soli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E574E48F-9CD3-37B4-F253-A75716BFF4CC}"/>
              </a:ext>
            </a:extLst>
          </p:cNvPr>
          <p:cNvGrpSpPr/>
          <p:nvPr/>
        </p:nvGrpSpPr>
        <p:grpSpPr>
          <a:xfrm>
            <a:off x="4883085" y="866384"/>
            <a:ext cx="7198352" cy="236552"/>
            <a:chOff x="214233" y="1076491"/>
            <a:chExt cx="4439746" cy="203670"/>
          </a:xfrm>
          <a:solidFill>
            <a:srgbClr val="007D94"/>
          </a:solidFill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F1BD48FB-E4E5-F6F1-65B9-4906D988EA61}"/>
                </a:ext>
              </a:extLst>
            </p:cNvPr>
            <p:cNvSpPr/>
            <p:nvPr/>
          </p:nvSpPr>
          <p:spPr>
            <a:xfrm>
              <a:off x="214234" y="1189251"/>
              <a:ext cx="4439745" cy="90909"/>
            </a:xfrm>
            <a:prstGeom prst="roundRect">
              <a:avLst>
                <a:gd name="adj" fmla="val 0"/>
              </a:avLst>
            </a:prstGeom>
            <a:grpFill/>
            <a:ln>
              <a:solidFill>
                <a:srgbClr val="0D4269"/>
              </a:solidFill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423E7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id="{53085514-1838-1496-9F7A-FFC579AF143F}"/>
                </a:ext>
              </a:extLst>
            </p:cNvPr>
            <p:cNvSpPr/>
            <p:nvPr/>
          </p:nvSpPr>
          <p:spPr>
            <a:xfrm>
              <a:off x="214233" y="1076491"/>
              <a:ext cx="4439746" cy="203670"/>
            </a:xfrm>
            <a:prstGeom prst="roundRect">
              <a:avLst>
                <a:gd name="adj" fmla="val 34876"/>
              </a:avLst>
            </a:prstGeom>
            <a:grpFill/>
            <a:ln>
              <a:solidFill>
                <a:srgbClr val="0D4269"/>
              </a:solidFill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423E7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2" name="Retângulo: Cantos Superiores Arredondados 31">
            <a:extLst>
              <a:ext uri="{FF2B5EF4-FFF2-40B4-BE49-F238E27FC236}">
                <a16:creationId xmlns:a16="http://schemas.microsoft.com/office/drawing/2014/main" id="{2449CBAB-8459-F8A5-85DA-CB802D918C3F}"/>
              </a:ext>
            </a:extLst>
          </p:cNvPr>
          <p:cNvSpPr/>
          <p:nvPr/>
        </p:nvSpPr>
        <p:spPr>
          <a:xfrm rot="10800000">
            <a:off x="8338050" y="3568507"/>
            <a:ext cx="3743387" cy="3206208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FCFCFC"/>
          </a:soli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3" name="Agrupar 32">
            <a:extLst>
              <a:ext uri="{FF2B5EF4-FFF2-40B4-BE49-F238E27FC236}">
                <a16:creationId xmlns:a16="http://schemas.microsoft.com/office/drawing/2014/main" id="{A1FE2EC8-729A-08B8-A1C9-4DF6FC18C82F}"/>
              </a:ext>
            </a:extLst>
          </p:cNvPr>
          <p:cNvGrpSpPr/>
          <p:nvPr/>
        </p:nvGrpSpPr>
        <p:grpSpPr>
          <a:xfrm>
            <a:off x="8338051" y="3435018"/>
            <a:ext cx="3743386" cy="288098"/>
            <a:chOff x="214233" y="1076491"/>
            <a:chExt cx="4439746" cy="203670"/>
          </a:xfrm>
          <a:solidFill>
            <a:srgbClr val="007D94"/>
          </a:solidFill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id="{51563747-8E14-E3AC-5074-DB23B55E7552}"/>
                </a:ext>
              </a:extLst>
            </p:cNvPr>
            <p:cNvSpPr/>
            <p:nvPr/>
          </p:nvSpPr>
          <p:spPr>
            <a:xfrm>
              <a:off x="214234" y="1189251"/>
              <a:ext cx="4439745" cy="90909"/>
            </a:xfrm>
            <a:prstGeom prst="roundRect">
              <a:avLst>
                <a:gd name="adj" fmla="val 0"/>
              </a:avLst>
            </a:prstGeom>
            <a:grpFill/>
            <a:ln>
              <a:solidFill>
                <a:srgbClr val="0D4269"/>
              </a:solidFill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423E7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5" name="Retângulo: Cantos Arredondados 34">
              <a:extLst>
                <a:ext uri="{FF2B5EF4-FFF2-40B4-BE49-F238E27FC236}">
                  <a16:creationId xmlns:a16="http://schemas.microsoft.com/office/drawing/2014/main" id="{1120BF1F-BA01-1788-C23A-ECAC153DBFD3}"/>
                </a:ext>
              </a:extLst>
            </p:cNvPr>
            <p:cNvSpPr/>
            <p:nvPr/>
          </p:nvSpPr>
          <p:spPr>
            <a:xfrm>
              <a:off x="214233" y="1076491"/>
              <a:ext cx="4439746" cy="203670"/>
            </a:xfrm>
            <a:prstGeom prst="roundRect">
              <a:avLst>
                <a:gd name="adj" fmla="val 34876"/>
              </a:avLst>
            </a:prstGeom>
            <a:grpFill/>
            <a:ln>
              <a:solidFill>
                <a:srgbClr val="0D4269"/>
              </a:solidFill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423E7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6" name="Retângulo: Cantos Superiores Arredondados 35">
            <a:extLst>
              <a:ext uri="{FF2B5EF4-FFF2-40B4-BE49-F238E27FC236}">
                <a16:creationId xmlns:a16="http://schemas.microsoft.com/office/drawing/2014/main" id="{10233A36-5E14-6946-0A0D-074067E39220}"/>
              </a:ext>
            </a:extLst>
          </p:cNvPr>
          <p:cNvSpPr/>
          <p:nvPr/>
        </p:nvSpPr>
        <p:spPr>
          <a:xfrm rot="10800000">
            <a:off x="781893" y="3627974"/>
            <a:ext cx="3666275" cy="3130719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FCFCFC"/>
          </a:soli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C35824F5-7DFD-940D-E6CD-32D787F341F7}"/>
              </a:ext>
            </a:extLst>
          </p:cNvPr>
          <p:cNvSpPr txBox="1"/>
          <p:nvPr/>
        </p:nvSpPr>
        <p:spPr>
          <a:xfrm>
            <a:off x="5916941" y="128754"/>
            <a:ext cx="609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000" dirty="0">
                <a:solidFill>
                  <a:prstClr val="white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Relatório Analítico de Lucro | Ana Júlia Leite</a:t>
            </a:r>
          </a:p>
        </p:txBody>
      </p:sp>
      <p:sp>
        <p:nvSpPr>
          <p:cNvPr id="45" name="Retângulo: Cantos Arredondados 44">
            <a:extLst>
              <a:ext uri="{FF2B5EF4-FFF2-40B4-BE49-F238E27FC236}">
                <a16:creationId xmlns:a16="http://schemas.microsoft.com/office/drawing/2014/main" id="{D8C27D64-952F-1EF9-AD0E-343ED6F112A7}"/>
              </a:ext>
            </a:extLst>
          </p:cNvPr>
          <p:cNvSpPr/>
          <p:nvPr/>
        </p:nvSpPr>
        <p:spPr>
          <a:xfrm rot="10800000">
            <a:off x="781895" y="879397"/>
            <a:ext cx="1959493" cy="1057228"/>
          </a:xfrm>
          <a:prstGeom prst="roundRect">
            <a:avLst>
              <a:gd name="adj" fmla="val 2526"/>
            </a:avLst>
          </a:prstGeom>
          <a:solidFill>
            <a:srgbClr val="1A5978"/>
          </a:soli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Retângulo: Cantos Superiores Arredondados 50">
            <a:extLst>
              <a:ext uri="{FF2B5EF4-FFF2-40B4-BE49-F238E27FC236}">
                <a16:creationId xmlns:a16="http://schemas.microsoft.com/office/drawing/2014/main" id="{6CE27CF9-C3E0-20FB-1350-169D095340A5}"/>
              </a:ext>
            </a:extLst>
          </p:cNvPr>
          <p:cNvSpPr/>
          <p:nvPr/>
        </p:nvSpPr>
        <p:spPr>
          <a:xfrm rot="10800000">
            <a:off x="775507" y="2143544"/>
            <a:ext cx="4043359" cy="1222495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FCFCFC"/>
          </a:soli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sng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ADB91789-8E7A-AB85-3B69-B51A6A526DA4}"/>
              </a:ext>
            </a:extLst>
          </p:cNvPr>
          <p:cNvGrpSpPr/>
          <p:nvPr/>
        </p:nvGrpSpPr>
        <p:grpSpPr>
          <a:xfrm>
            <a:off x="781894" y="2048404"/>
            <a:ext cx="4036972" cy="232882"/>
            <a:chOff x="214233" y="1076491"/>
            <a:chExt cx="4439746" cy="203670"/>
          </a:xfrm>
          <a:solidFill>
            <a:srgbClr val="007D94"/>
          </a:solidFill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54" name="Retângulo: Cantos Arredondados 53">
              <a:extLst>
                <a:ext uri="{FF2B5EF4-FFF2-40B4-BE49-F238E27FC236}">
                  <a16:creationId xmlns:a16="http://schemas.microsoft.com/office/drawing/2014/main" id="{56C7029D-3488-26C3-7594-6240EEA309E5}"/>
                </a:ext>
              </a:extLst>
            </p:cNvPr>
            <p:cNvSpPr/>
            <p:nvPr/>
          </p:nvSpPr>
          <p:spPr>
            <a:xfrm>
              <a:off x="214234" y="1189251"/>
              <a:ext cx="4439745" cy="90909"/>
            </a:xfrm>
            <a:prstGeom prst="roundRect">
              <a:avLst>
                <a:gd name="adj" fmla="val 0"/>
              </a:avLst>
            </a:prstGeom>
            <a:grpFill/>
            <a:ln>
              <a:solidFill>
                <a:srgbClr val="0D4269"/>
              </a:solidFill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423E7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5" name="Retângulo: Cantos Arredondados 54">
              <a:extLst>
                <a:ext uri="{FF2B5EF4-FFF2-40B4-BE49-F238E27FC236}">
                  <a16:creationId xmlns:a16="http://schemas.microsoft.com/office/drawing/2014/main" id="{CD055076-AEA5-F21E-41EB-224E23226721}"/>
                </a:ext>
              </a:extLst>
            </p:cNvPr>
            <p:cNvSpPr/>
            <p:nvPr/>
          </p:nvSpPr>
          <p:spPr>
            <a:xfrm>
              <a:off x="214233" y="1076491"/>
              <a:ext cx="4439746" cy="203670"/>
            </a:xfrm>
            <a:prstGeom prst="roundRect">
              <a:avLst>
                <a:gd name="adj" fmla="val 34876"/>
              </a:avLst>
            </a:prstGeom>
            <a:grpFill/>
            <a:ln>
              <a:solidFill>
                <a:srgbClr val="0D4269"/>
              </a:solidFill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423E7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9" name="Retângulo: Cantos Superiores Arredondados 58">
            <a:extLst>
              <a:ext uri="{FF2B5EF4-FFF2-40B4-BE49-F238E27FC236}">
                <a16:creationId xmlns:a16="http://schemas.microsoft.com/office/drawing/2014/main" id="{12E4F7DC-272A-5365-4E19-46E892CC9D86}"/>
              </a:ext>
            </a:extLst>
          </p:cNvPr>
          <p:cNvSpPr/>
          <p:nvPr/>
        </p:nvSpPr>
        <p:spPr>
          <a:xfrm rot="10800000">
            <a:off x="4497717" y="3574947"/>
            <a:ext cx="3743386" cy="3206208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FCFCFC"/>
          </a:soli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31566099-C4E0-84C4-5067-C9DE22AF6BDC}"/>
              </a:ext>
            </a:extLst>
          </p:cNvPr>
          <p:cNvGrpSpPr/>
          <p:nvPr/>
        </p:nvGrpSpPr>
        <p:grpSpPr>
          <a:xfrm>
            <a:off x="4485567" y="3435019"/>
            <a:ext cx="3755535" cy="288098"/>
            <a:chOff x="214233" y="1076491"/>
            <a:chExt cx="4439746" cy="203670"/>
          </a:xfrm>
          <a:solidFill>
            <a:srgbClr val="007D94"/>
          </a:solidFill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61" name="Retângulo: Cantos Arredondados 60">
              <a:extLst>
                <a:ext uri="{FF2B5EF4-FFF2-40B4-BE49-F238E27FC236}">
                  <a16:creationId xmlns:a16="http://schemas.microsoft.com/office/drawing/2014/main" id="{F34D6D8E-C077-30B4-98D6-846EC15F3E0A}"/>
                </a:ext>
              </a:extLst>
            </p:cNvPr>
            <p:cNvSpPr/>
            <p:nvPr/>
          </p:nvSpPr>
          <p:spPr>
            <a:xfrm>
              <a:off x="214234" y="1189251"/>
              <a:ext cx="4439745" cy="90909"/>
            </a:xfrm>
            <a:prstGeom prst="roundRect">
              <a:avLst>
                <a:gd name="adj" fmla="val 0"/>
              </a:avLst>
            </a:prstGeom>
            <a:grpFill/>
            <a:ln>
              <a:solidFill>
                <a:srgbClr val="0D4269"/>
              </a:solidFill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423E7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2" name="Retângulo: Cantos Arredondados 61">
              <a:extLst>
                <a:ext uri="{FF2B5EF4-FFF2-40B4-BE49-F238E27FC236}">
                  <a16:creationId xmlns:a16="http://schemas.microsoft.com/office/drawing/2014/main" id="{9248E667-E871-61AD-48E8-56A88E48A636}"/>
                </a:ext>
              </a:extLst>
            </p:cNvPr>
            <p:cNvSpPr/>
            <p:nvPr/>
          </p:nvSpPr>
          <p:spPr>
            <a:xfrm>
              <a:off x="214233" y="1076491"/>
              <a:ext cx="4439746" cy="203670"/>
            </a:xfrm>
            <a:prstGeom prst="roundRect">
              <a:avLst>
                <a:gd name="adj" fmla="val 34876"/>
              </a:avLst>
            </a:prstGeom>
            <a:grpFill/>
            <a:ln>
              <a:solidFill>
                <a:srgbClr val="0D4269"/>
              </a:solidFill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423E7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63" name="Retângulo: Cantos Arredondados 62">
            <a:extLst>
              <a:ext uri="{FF2B5EF4-FFF2-40B4-BE49-F238E27FC236}">
                <a16:creationId xmlns:a16="http://schemas.microsoft.com/office/drawing/2014/main" id="{0D599B9D-F414-0B8A-4ED3-114CF70740A8}"/>
              </a:ext>
            </a:extLst>
          </p:cNvPr>
          <p:cNvSpPr/>
          <p:nvPr/>
        </p:nvSpPr>
        <p:spPr>
          <a:xfrm rot="10800000">
            <a:off x="2828039" y="880743"/>
            <a:ext cx="1990826" cy="1057228"/>
          </a:xfrm>
          <a:prstGeom prst="roundRect">
            <a:avLst>
              <a:gd name="adj" fmla="val 2526"/>
            </a:avLst>
          </a:prstGeom>
          <a:solidFill>
            <a:srgbClr val="1A5978"/>
          </a:soli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67" name="Agrupar 66">
            <a:extLst>
              <a:ext uri="{FF2B5EF4-FFF2-40B4-BE49-F238E27FC236}">
                <a16:creationId xmlns:a16="http://schemas.microsoft.com/office/drawing/2014/main" id="{1D12BB80-4314-E751-74F9-5A49619465A7}"/>
              </a:ext>
            </a:extLst>
          </p:cNvPr>
          <p:cNvGrpSpPr/>
          <p:nvPr/>
        </p:nvGrpSpPr>
        <p:grpSpPr>
          <a:xfrm>
            <a:off x="744493" y="3439496"/>
            <a:ext cx="3692600" cy="327929"/>
            <a:chOff x="214233" y="1076491"/>
            <a:chExt cx="4439746" cy="203670"/>
          </a:xfrm>
          <a:solidFill>
            <a:srgbClr val="007D94"/>
          </a:solidFill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71" name="Retângulo: Cantos Arredondados 70">
              <a:extLst>
                <a:ext uri="{FF2B5EF4-FFF2-40B4-BE49-F238E27FC236}">
                  <a16:creationId xmlns:a16="http://schemas.microsoft.com/office/drawing/2014/main" id="{7BBD4452-38CF-E022-C4CA-EA412DC16DE7}"/>
                </a:ext>
              </a:extLst>
            </p:cNvPr>
            <p:cNvSpPr/>
            <p:nvPr/>
          </p:nvSpPr>
          <p:spPr>
            <a:xfrm>
              <a:off x="214234" y="1189251"/>
              <a:ext cx="4439745" cy="90909"/>
            </a:xfrm>
            <a:prstGeom prst="roundRect">
              <a:avLst>
                <a:gd name="adj" fmla="val 0"/>
              </a:avLst>
            </a:prstGeom>
            <a:grpFill/>
            <a:ln>
              <a:solidFill>
                <a:srgbClr val="0D4269"/>
              </a:solidFill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423E7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72" name="Retângulo: Cantos Arredondados 71">
              <a:extLst>
                <a:ext uri="{FF2B5EF4-FFF2-40B4-BE49-F238E27FC236}">
                  <a16:creationId xmlns:a16="http://schemas.microsoft.com/office/drawing/2014/main" id="{FFDBE760-020A-BE2B-CDBE-9C9824C266DC}"/>
                </a:ext>
              </a:extLst>
            </p:cNvPr>
            <p:cNvSpPr/>
            <p:nvPr/>
          </p:nvSpPr>
          <p:spPr>
            <a:xfrm>
              <a:off x="214233" y="1076491"/>
              <a:ext cx="4439746" cy="203670"/>
            </a:xfrm>
            <a:prstGeom prst="roundRect">
              <a:avLst>
                <a:gd name="adj" fmla="val 34876"/>
              </a:avLst>
            </a:prstGeom>
            <a:grpFill/>
            <a:ln>
              <a:solidFill>
                <a:srgbClr val="0D4269"/>
              </a:solidFill>
            </a:ln>
            <a:effectLst/>
            <a:sp3d>
              <a:bevelT w="139700" h="13970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1800" b="0" i="0" u="none" strike="noStrike" kern="1200" cap="none" spc="0" normalizeH="0" baseline="0" noProof="0">
                <a:ln>
                  <a:noFill/>
                </a:ln>
                <a:solidFill>
                  <a:srgbClr val="423E77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7" name="Retângulo 76">
            <a:extLst>
              <a:ext uri="{FF2B5EF4-FFF2-40B4-BE49-F238E27FC236}">
                <a16:creationId xmlns:a16="http://schemas.microsoft.com/office/drawing/2014/main" id="{8A995AC2-F81F-696A-75B0-49E6D6345C4E}"/>
              </a:ext>
            </a:extLst>
          </p:cNvPr>
          <p:cNvSpPr/>
          <p:nvPr/>
        </p:nvSpPr>
        <p:spPr>
          <a:xfrm>
            <a:off x="-20766" y="0"/>
            <a:ext cx="738443" cy="6747685"/>
          </a:xfrm>
          <a:prstGeom prst="rect">
            <a:avLst/>
          </a:prstGeom>
          <a:gradFill flip="none" rotWithShape="1">
            <a:gsLst>
              <a:gs pos="81000">
                <a:srgbClr val="19386E">
                  <a:shade val="30000"/>
                  <a:satMod val="115000"/>
                </a:srgbClr>
              </a:gs>
              <a:gs pos="100000">
                <a:srgbClr val="19386E">
                  <a:shade val="100000"/>
                  <a:satMod val="115000"/>
                </a:srgbClr>
              </a:gs>
            </a:gsLst>
            <a:lin ang="16200000" scaled="1"/>
            <a:tileRect/>
          </a:gradFill>
          <a:ln w="3175">
            <a:solidFill>
              <a:srgbClr val="C9D6E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Retângulo: Cantos Arredondados 80">
            <a:extLst>
              <a:ext uri="{FF2B5EF4-FFF2-40B4-BE49-F238E27FC236}">
                <a16:creationId xmlns:a16="http://schemas.microsoft.com/office/drawing/2014/main" id="{B2ED2BC6-8FE0-19EF-ABCE-77A6B0F57669}"/>
              </a:ext>
            </a:extLst>
          </p:cNvPr>
          <p:cNvSpPr/>
          <p:nvPr/>
        </p:nvSpPr>
        <p:spPr>
          <a:xfrm>
            <a:off x="775507" y="56638"/>
            <a:ext cx="1690228" cy="642147"/>
          </a:xfrm>
          <a:prstGeom prst="roundRect">
            <a:avLst/>
          </a:prstGeom>
          <a:solidFill>
            <a:srgbClr val="1A5978"/>
          </a:solidFill>
          <a:ln>
            <a:solidFill>
              <a:srgbClr val="00C9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2" name="Retângulo: Cantos Arredondados 81">
            <a:extLst>
              <a:ext uri="{FF2B5EF4-FFF2-40B4-BE49-F238E27FC236}">
                <a16:creationId xmlns:a16="http://schemas.microsoft.com/office/drawing/2014/main" id="{D39FBCA5-EA3D-042A-C4B4-DC63826D59E9}"/>
              </a:ext>
            </a:extLst>
          </p:cNvPr>
          <p:cNvSpPr/>
          <p:nvPr/>
        </p:nvSpPr>
        <p:spPr>
          <a:xfrm>
            <a:off x="2521740" y="56638"/>
            <a:ext cx="1690228" cy="642147"/>
          </a:xfrm>
          <a:prstGeom prst="roundRect">
            <a:avLst/>
          </a:prstGeom>
          <a:solidFill>
            <a:srgbClr val="1A5978"/>
          </a:solidFill>
          <a:ln>
            <a:solidFill>
              <a:srgbClr val="00C9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Retângulo: Cantos Arredondados 82">
            <a:extLst>
              <a:ext uri="{FF2B5EF4-FFF2-40B4-BE49-F238E27FC236}">
                <a16:creationId xmlns:a16="http://schemas.microsoft.com/office/drawing/2014/main" id="{4525FFF9-7552-5435-3A5B-E00F3DF4939A}"/>
              </a:ext>
            </a:extLst>
          </p:cNvPr>
          <p:cNvSpPr/>
          <p:nvPr/>
        </p:nvSpPr>
        <p:spPr>
          <a:xfrm>
            <a:off x="4283275" y="50394"/>
            <a:ext cx="1690228" cy="642147"/>
          </a:xfrm>
          <a:prstGeom prst="roundRect">
            <a:avLst/>
          </a:prstGeom>
          <a:solidFill>
            <a:srgbClr val="1A5978"/>
          </a:solidFill>
          <a:ln>
            <a:solidFill>
              <a:srgbClr val="00C9B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84" name="Imagem 83" descr="Ícone&#10;&#10;Descrição gerada automaticamente">
            <a:extLst>
              <a:ext uri="{FF2B5EF4-FFF2-40B4-BE49-F238E27FC236}">
                <a16:creationId xmlns:a16="http://schemas.microsoft.com/office/drawing/2014/main" id="{9365A7A7-9BBE-D60F-71FA-BE91E9D017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17" y="-93967"/>
            <a:ext cx="698957" cy="956235"/>
          </a:xfrm>
          <a:prstGeom prst="rect">
            <a:avLst/>
          </a:prstGeom>
        </p:spPr>
      </p:pic>
      <p:pic>
        <p:nvPicPr>
          <p:cNvPr id="94" name="Imagem 93" descr="Ícone&#10;&#10;Descrição gerada automaticamente">
            <a:extLst>
              <a:ext uri="{FF2B5EF4-FFF2-40B4-BE49-F238E27FC236}">
                <a16:creationId xmlns:a16="http://schemas.microsoft.com/office/drawing/2014/main" id="{AA4F6FA8-4E21-C188-0FBF-993AC50745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53" y="1421620"/>
            <a:ext cx="513411" cy="547554"/>
          </a:xfrm>
          <a:prstGeom prst="rect">
            <a:avLst/>
          </a:prstGeom>
        </p:spPr>
      </p:pic>
      <p:pic>
        <p:nvPicPr>
          <p:cNvPr id="95" name="Imagem 94" descr="Ícone&#10;&#10;Descrição gerada automaticamente">
            <a:extLst>
              <a:ext uri="{FF2B5EF4-FFF2-40B4-BE49-F238E27FC236}">
                <a16:creationId xmlns:a16="http://schemas.microsoft.com/office/drawing/2014/main" id="{E5E1BCAC-639D-9ED8-9D70-83FCBB6146C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79" y="2192806"/>
            <a:ext cx="513411" cy="583684"/>
          </a:xfrm>
          <a:prstGeom prst="rect">
            <a:avLst/>
          </a:prstGeom>
        </p:spPr>
      </p:pic>
      <p:pic>
        <p:nvPicPr>
          <p:cNvPr id="96" name="Imagem 95" descr="Ícone&#10;&#10;Descrição gerada automaticamente">
            <a:extLst>
              <a:ext uri="{FF2B5EF4-FFF2-40B4-BE49-F238E27FC236}">
                <a16:creationId xmlns:a16="http://schemas.microsoft.com/office/drawing/2014/main" id="{392370FF-1E8B-3767-9F82-9053F11BB3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299" y="3052016"/>
            <a:ext cx="495392" cy="495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63363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6316</TotalTime>
  <Words>29</Words>
  <Application>Microsoft Office PowerPoint</Application>
  <PresentationFormat>Widescreen</PresentationFormat>
  <Paragraphs>9</Paragraphs>
  <Slides>3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Segoe UI Semibold</vt:lpstr>
      <vt:lpstr>Tema do Office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Alon Pinheiro</dc:creator>
  <cp:lastModifiedBy>Julinha Leite</cp:lastModifiedBy>
  <cp:revision>42</cp:revision>
  <dcterms:created xsi:type="dcterms:W3CDTF">2024-01-09T17:46:31Z</dcterms:created>
  <dcterms:modified xsi:type="dcterms:W3CDTF">2025-05-22T00:20:45Z</dcterms:modified>
</cp:coreProperties>
</file>